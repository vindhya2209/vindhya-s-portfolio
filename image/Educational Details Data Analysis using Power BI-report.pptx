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BC88F-9E92-5A4D-F38E-70B05E34A1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B4EC04-9818-EBF0-DBCD-F1212912EF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29073-346C-41B9-DDCE-1F09175DE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3D4B7-C9ED-48A2-B98F-19CD1E935AE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12D07-4DEE-2126-D2D1-B90878AD7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53FFB-CA22-359E-FFFF-95D54AE0B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2E7EA-E3CF-43C9-8B5D-5DF6B0A3B8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3005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C9D18-9C86-6E0D-2F52-AB5ACCC8B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CF06D-C301-1A47-874D-F1B662604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32444-28D1-64E4-DCE1-F9A7D220C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3D4B7-C9ED-48A2-B98F-19CD1E935AE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54FA7-D685-C85E-AFE7-BFDF17718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6B4E6-4C9A-EBD0-FEDA-D5242B570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2E7EA-E3CF-43C9-8B5D-5DF6B0A3B8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941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B412C-65C9-F575-09AA-C1FDFD47D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E9CAE5-0041-D53E-BEC8-F9F48C623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9AF0B-F49C-250A-027F-4D71C0FCB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3D4B7-C9ED-48A2-B98F-19CD1E935AE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FC41E-DB1B-6EE7-F1F0-ADA92C76B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3CB9C-88A2-DEE1-CEE2-E88F68BE3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2E7EA-E3CF-43C9-8B5D-5DF6B0A3B8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167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D47DA-60EB-7D70-7E9B-34AC22D78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5C495-7DF0-D46D-2470-FEC54348B3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09BDD8-2103-C953-29C2-5A54DB2210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8CE41E-4BD8-8836-C973-215B2C73D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3D4B7-C9ED-48A2-B98F-19CD1E935AE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34C67-53E3-AFBA-5674-272FA1948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E438A6-EAC9-6102-0094-099A2C857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2E7EA-E3CF-43C9-8B5D-5DF6B0A3B8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555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69051-CA12-632E-AA82-121706FB1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BD296C-A397-4FBD-6067-9DFA940ED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11B4C7-1264-C88E-AADC-A94E858C2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F03C4-512B-51B1-BF64-147D95B90F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BDEB72-229A-E389-482C-A8B67E073A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B6FD42-6A6D-02B8-578F-A3314145E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3D4B7-C9ED-48A2-B98F-19CD1E935AE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EEB83D-77AA-AC01-F051-79A80E5DC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720A38-F272-35A2-6B39-BF2605D8D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2E7EA-E3CF-43C9-8B5D-5DF6B0A3B8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289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ACE73-6C28-8975-BE41-AA0EE0ABD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39AFF2-062A-7389-09F0-1A31B8FCA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3D4B7-C9ED-48A2-B98F-19CD1E935AE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F3D828-3E1B-AEA4-BAC0-9BF75EAA1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577E6F-5319-3A09-DC37-85A37DC30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2E7EA-E3CF-43C9-8B5D-5DF6B0A3B8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777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440C8F-7CDE-68BC-617D-7A6E1102B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3D4B7-C9ED-48A2-B98F-19CD1E935AE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4BC5FB-DB0F-863D-964C-95BFC8533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52A84-3AE0-51F8-17CA-E42A3A3E6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2E7EA-E3CF-43C9-8B5D-5DF6B0A3B8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963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7786F-6AC8-96A3-C1C7-8A0061D6F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2AB98-54FE-F596-1AE7-A2B06AC0D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39AFAF-20A4-0AA8-F847-4D540303F8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6FFAAB-6A65-276E-3E29-C356E7B1A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3D4B7-C9ED-48A2-B98F-19CD1E935AE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857DFF-1148-E444-E7E0-8DE250774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F7476B-06A6-D3A7-8ECD-F31985846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2E7EA-E3CF-43C9-8B5D-5DF6B0A3B8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670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3DF86-C055-D714-2982-95B2A91DF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B5A400-23D3-C0F0-7A83-9FB286187B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88D167-FDD1-74CC-E9FE-A060F9A15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821308-FB9D-6E14-9122-39D941D5C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3D4B7-C9ED-48A2-B98F-19CD1E935AE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1BDB06-4F85-E868-76D0-B8D27D711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BD8AF-DC24-2784-A619-A05522CC1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2E7EA-E3CF-43C9-8B5D-5DF6B0A3B8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8456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906FB-B097-2A62-79E0-3BCF53B44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2845B-404E-F4F3-D1A1-8A4331DAB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D9C5B-50AB-ACBD-4B05-EAFD7B091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3D4B7-C9ED-48A2-B98F-19CD1E935AE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868E3-2DBB-62C5-400F-9A79BD79D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ED6F3-64C2-D38A-5B92-BC31944A7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2E7EA-E3CF-43C9-8B5D-5DF6B0A3B8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342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733408-08C5-9B94-19A8-DB4962166A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48F019-46F9-0B48-D787-4D6EEF89E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E886E-BD1C-7C6E-504B-5137E02E0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3D4B7-C9ED-48A2-B98F-19CD1E935AE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7AAC6-753F-84B1-2C1A-D02DA7152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DBC71-FEC7-0EEA-51A1-43809ED9A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2E7EA-E3CF-43C9-8B5D-5DF6B0A3B8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708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F8BFDA-0AB9-5179-0BD4-56BCD49B0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4E287-A2D9-7F41-7C49-8FDC60D46D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6C228-75F9-E1DD-DD97-E304B46BAF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A3D4B7-C9ED-48A2-B98F-19CD1E935AE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04DE7-EECD-D251-BDAF-10F9A17E11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DD432-6516-7BA4-81B0-067BE49C04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72E7EA-E3CF-43C9-8B5D-5DF6B0A3B8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006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DEF49-A8B8-4849-9DB4-582FF94949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0229" y="1850572"/>
            <a:ext cx="10842171" cy="1839686"/>
          </a:xfrm>
        </p:spPr>
        <p:txBody>
          <a:bodyPr>
            <a:normAutofit/>
          </a:bodyPr>
          <a:lstStyle/>
          <a:p>
            <a:r>
              <a:rPr lang="en-GB" sz="4800" dirty="0">
                <a:latin typeface="Book Antiqua" panose="02040602050305030304" pitchFamily="18" charset="0"/>
              </a:rPr>
              <a:t>Educational Details Data Analysis using Power BI</a:t>
            </a:r>
            <a:endParaRPr lang="en-IN" sz="48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717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4AB17-D204-0271-92FF-B9F425075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Book Antiqua" panose="02040602050305030304" pitchFamily="18" charset="0"/>
              </a:rPr>
              <a:t>Introduction / Overview:</a:t>
            </a:r>
            <a:endParaRPr lang="en-IN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645A9-BD7D-86F8-6D0F-853066342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This project focuses on collecting and analysing Educational Details data of students.</a:t>
            </a:r>
          </a:p>
          <a:p>
            <a:r>
              <a:rPr lang="en-GB" sz="2400" dirty="0"/>
              <a:t>The data was cleaned , structured and transformed to ensure accuracy before being imported into Power BI.</a:t>
            </a:r>
          </a:p>
          <a:p>
            <a:r>
              <a:rPr lang="en-GB" sz="2400" dirty="0"/>
              <a:t>Using Power BI, dashboards and visual such as pie chart, donut chart, bar chart and etc.,</a:t>
            </a:r>
          </a:p>
          <a:p>
            <a:r>
              <a:rPr lang="en-GB" sz="2400" dirty="0"/>
              <a:t>This analysis helps in understand student background (institute name ,their interest in extra circular activities etc.,)and learning preferences.</a:t>
            </a:r>
          </a:p>
          <a:p>
            <a:pPr marL="0" indent="0">
              <a:buNone/>
            </a:pPr>
            <a:r>
              <a:rPr lang="en-GB" sz="2000" dirty="0"/>
              <a:t>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131059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442C1-8696-DA23-2ACB-7BA70AC5F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Book Antiqua" panose="02040602050305030304" pitchFamily="18" charset="0"/>
              </a:rPr>
              <a:t>Tools Used:</a:t>
            </a:r>
            <a:endParaRPr lang="en-IN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A2619-5C8C-9A5C-5536-A6A89AD89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Google Form</a:t>
            </a:r>
            <a:r>
              <a:rPr lang="en-GB" dirty="0"/>
              <a:t> – for collecting data</a:t>
            </a:r>
          </a:p>
          <a:p>
            <a:r>
              <a:rPr lang="en-GB" b="1" dirty="0"/>
              <a:t>Excel</a:t>
            </a:r>
            <a:r>
              <a:rPr lang="en-GB" dirty="0"/>
              <a:t> – for data cleaning &amp; preprocessing</a:t>
            </a:r>
          </a:p>
          <a:p>
            <a:r>
              <a:rPr lang="en-GB" b="1" dirty="0"/>
              <a:t>Power BI </a:t>
            </a:r>
            <a:r>
              <a:rPr lang="en-GB" dirty="0"/>
              <a:t>– for data analysing &amp; visualization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0028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D69E0-D2E2-2C26-E8A5-094C04753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Book Antiqua" panose="02040602050305030304" pitchFamily="18" charset="0"/>
              </a:rPr>
              <a:t>Objectives of the Project:</a:t>
            </a:r>
            <a:endParaRPr lang="en-IN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62D3D-BBCA-71F7-1020-1EF61E504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9171"/>
            <a:ext cx="10515600" cy="4097792"/>
          </a:xfrm>
        </p:spPr>
        <p:txBody>
          <a:bodyPr/>
          <a:lstStyle/>
          <a:p>
            <a:r>
              <a:rPr lang="en-GB" dirty="0"/>
              <a:t>To load and clean the educational dataset</a:t>
            </a:r>
          </a:p>
          <a:p>
            <a:r>
              <a:rPr lang="en-GB" dirty="0"/>
              <a:t>To create meaning visualizations in Power BI</a:t>
            </a:r>
          </a:p>
          <a:p>
            <a:r>
              <a:rPr lang="en-GB"/>
              <a:t>To analyse </a:t>
            </a:r>
            <a:r>
              <a:rPr lang="en-GB" dirty="0"/>
              <a:t>student learning preferences and interests</a:t>
            </a:r>
          </a:p>
          <a:p>
            <a:r>
              <a:rPr lang="en-GB" dirty="0"/>
              <a:t>To support decision-making using insights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7116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F384C-6C06-B6EA-1041-0817A7FE3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Book Antiqua" panose="02040602050305030304" pitchFamily="18" charset="0"/>
              </a:rPr>
              <a:t>Dataset Description:</a:t>
            </a:r>
            <a:endParaRPr lang="en-IN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1EA70-E43C-5934-C033-4C32B8FF7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09713"/>
            <a:ext cx="5181600" cy="4667250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Fields/columns</a:t>
            </a:r>
            <a:endParaRPr lang="en-IN" dirty="0"/>
          </a:p>
          <a:p>
            <a:pPr>
              <a:buFont typeface="Courier New" panose="02070309020205020404" pitchFamily="49" charset="0"/>
              <a:buChar char="o"/>
            </a:pPr>
            <a:r>
              <a:rPr lang="en-IN" sz="1600" dirty="0"/>
              <a:t>Student name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600" dirty="0"/>
              <a:t>Gender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600" dirty="0"/>
              <a:t>Date of birth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600" dirty="0"/>
              <a:t>Age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600" dirty="0"/>
              <a:t>Mail id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600" dirty="0"/>
              <a:t>Mobile number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600" dirty="0"/>
              <a:t>District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600" dirty="0"/>
              <a:t>Qualification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600" dirty="0"/>
              <a:t>Stream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600" dirty="0"/>
              <a:t>Institute name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600" dirty="0"/>
              <a:t>Year of study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GB" sz="2000" b="1" dirty="0"/>
              <a:t>Total Number of Records: 153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B1DF3A-6215-B3F4-9AD3-D93DFF7102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68486" y="1509713"/>
            <a:ext cx="7685314" cy="46672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GB" dirty="0"/>
          </a:p>
          <a:p>
            <a:pPr>
              <a:buFont typeface="Courier New" panose="02070309020205020404" pitchFamily="49" charset="0"/>
              <a:buChar char="o"/>
            </a:pPr>
            <a:r>
              <a:rPr lang="en-IN" sz="1600" dirty="0"/>
              <a:t>Preferred learning style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600" dirty="0"/>
              <a:t>Extracurricular activities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600" dirty="0"/>
              <a:t>Academic performance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121498-BC22-60C5-5F83-1CAC91F11A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7692" y="1825625"/>
            <a:ext cx="4055993" cy="46672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55848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4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954C7-287E-A4CC-661D-B6B8BEFF0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Book Antiqua" panose="02040602050305030304" pitchFamily="18" charset="0"/>
              </a:rPr>
              <a:t>Data Cleaning &amp; Transformation:</a:t>
            </a:r>
            <a:endParaRPr lang="en-IN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EDB7E-DB9A-07A3-3FD6-651E44AE6F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en-GB" dirty="0"/>
              <a:t>Removed missing values</a:t>
            </a:r>
          </a:p>
          <a:p>
            <a:r>
              <a:rPr lang="en-GB" dirty="0"/>
              <a:t>Deleted duplicates</a:t>
            </a:r>
          </a:p>
          <a:p>
            <a:r>
              <a:rPr lang="en-GB" dirty="0"/>
              <a:t>Corrected data types</a:t>
            </a:r>
          </a:p>
          <a:p>
            <a:r>
              <a:rPr lang="en-GB" dirty="0"/>
              <a:t>Renamed and structured columns properly</a:t>
            </a:r>
          </a:p>
          <a:p>
            <a:r>
              <a:rPr lang="en-GB" dirty="0"/>
              <a:t>Loaded data into Power BI model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6776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5596A-7705-1C9B-F368-106A50EE3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Book Antiqua" panose="02040602050305030304" pitchFamily="18" charset="0"/>
              </a:rPr>
              <a:t>Power BI Visuals Used:</a:t>
            </a:r>
            <a:endParaRPr lang="en-IN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CB8DC-0F97-59AD-CCF8-92F368664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Bar chart</a:t>
            </a:r>
          </a:p>
          <a:p>
            <a:r>
              <a:rPr lang="en-GB" dirty="0"/>
              <a:t>Pie chart</a:t>
            </a:r>
          </a:p>
          <a:p>
            <a:r>
              <a:rPr lang="en-GB" dirty="0"/>
              <a:t>Donut chart</a:t>
            </a:r>
          </a:p>
          <a:p>
            <a:r>
              <a:rPr lang="en-GB" dirty="0"/>
              <a:t>Column chart</a:t>
            </a:r>
          </a:p>
          <a:p>
            <a:r>
              <a:rPr lang="en-GB" dirty="0"/>
              <a:t>Filters/slicers</a:t>
            </a:r>
          </a:p>
          <a:p>
            <a:r>
              <a:rPr lang="en-GB" dirty="0"/>
              <a:t>Cards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799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8A88F-B8A1-38D8-BAD4-8F7B0A0BA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Book Antiqua" panose="02040602050305030304" pitchFamily="18" charset="0"/>
              </a:rPr>
              <a:t>Dashboard 1- Demographic Analysis:</a:t>
            </a:r>
            <a:endParaRPr lang="en-IN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04B0A-452F-41CA-F939-2A4EA9201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Gender distribution (pie chart)</a:t>
            </a:r>
          </a:p>
          <a:p>
            <a:r>
              <a:rPr lang="en-GB" dirty="0"/>
              <a:t>City/District wise student count (Bar chart)</a:t>
            </a:r>
          </a:p>
          <a:p>
            <a:r>
              <a:rPr lang="en-GB" dirty="0"/>
              <a:t>Age (Bar chart)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7944AE-764C-1B40-C061-D7E3869C9A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5571" y="2917372"/>
            <a:ext cx="7249886" cy="35755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00075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43ED8-4876-24B3-30BF-5EEC6228C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Book Antiqua" panose="02040602050305030304" pitchFamily="18" charset="0"/>
              </a:rPr>
              <a:t>Dashboard 2 – Academic Analysis:</a:t>
            </a:r>
            <a:endParaRPr lang="en-IN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659C4-E988-D228-3ABD-DAF0C5F71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/>
              <a:t>Academic Qualification</a:t>
            </a:r>
          </a:p>
          <a:p>
            <a:r>
              <a:rPr lang="en-GB" sz="2400" dirty="0"/>
              <a:t>Stream wise number of students</a:t>
            </a:r>
          </a:p>
          <a:p>
            <a:r>
              <a:rPr lang="en-GB" sz="2400" dirty="0"/>
              <a:t>Academic performances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5325CE-F097-D696-4215-AF9DAAF936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3330159"/>
            <a:ext cx="3864429" cy="30118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BF4BB1-1AB9-ADA9-ADB7-DA7DEB720F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7557" y="3330159"/>
            <a:ext cx="3701142" cy="30118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BB2DEB-244B-A043-F595-9B90BDBA37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427" y="3330158"/>
            <a:ext cx="3145971" cy="301186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42842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C4EF1-BFFF-CEB6-3E78-816F8BBCB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Book Antiqua" panose="02040602050305030304" pitchFamily="18" charset="0"/>
              </a:rPr>
              <a:t>Insights &amp; Findings:</a:t>
            </a:r>
            <a:endParaRPr lang="en-IN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ADD8E-76DA-CB61-F378-678848278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Female students account for </a:t>
            </a:r>
            <a:r>
              <a:rPr lang="en-GB" sz="2000" b="1" dirty="0"/>
              <a:t>30.36%</a:t>
            </a:r>
            <a:r>
              <a:rPr lang="en-GB" sz="2000" dirty="0"/>
              <a:t> of total</a:t>
            </a:r>
          </a:p>
          <a:p>
            <a:r>
              <a:rPr lang="en-GB" sz="2000" dirty="0"/>
              <a:t>Male students account for </a:t>
            </a:r>
            <a:r>
              <a:rPr lang="en-GB" sz="2000" b="1" dirty="0"/>
              <a:t>69.64% </a:t>
            </a:r>
            <a:r>
              <a:rPr lang="en-GB" sz="2000" dirty="0"/>
              <a:t>of total</a:t>
            </a:r>
          </a:p>
          <a:p>
            <a:r>
              <a:rPr lang="en-GB" sz="2000" dirty="0"/>
              <a:t>Majority of students belong to the age group </a:t>
            </a:r>
            <a:r>
              <a:rPr lang="en-GB" sz="2000" b="1" dirty="0"/>
              <a:t>19 –</a:t>
            </a:r>
            <a:r>
              <a:rPr lang="en-GB" sz="2000" dirty="0"/>
              <a:t> </a:t>
            </a:r>
            <a:r>
              <a:rPr lang="en-GB" sz="2000" b="1" dirty="0"/>
              <a:t>20</a:t>
            </a:r>
          </a:p>
          <a:p>
            <a:r>
              <a:rPr lang="en-GB" sz="2000" dirty="0"/>
              <a:t>Highest academic performance in the range of </a:t>
            </a:r>
            <a:r>
              <a:rPr lang="en-GB" sz="2000" b="1" dirty="0"/>
              <a:t>4 – 4.5</a:t>
            </a:r>
            <a:r>
              <a:rPr lang="en-GB" sz="2000" dirty="0"/>
              <a:t> rating </a:t>
            </a:r>
          </a:p>
          <a:p>
            <a:r>
              <a:rPr lang="en-GB" sz="2000" dirty="0"/>
              <a:t>Majority of students are from the district of </a:t>
            </a:r>
            <a:r>
              <a:rPr lang="en-GB" sz="2000" b="1" dirty="0"/>
              <a:t>Nellore</a:t>
            </a:r>
            <a:endParaRPr lang="en-GB" sz="2000" dirty="0"/>
          </a:p>
          <a:p>
            <a:r>
              <a:rPr lang="en-GB" sz="2000" dirty="0"/>
              <a:t>Majority of the students are pursuing </a:t>
            </a:r>
            <a:r>
              <a:rPr lang="en-GB" sz="2000" b="1" dirty="0" err="1"/>
              <a:t>B.Tech</a:t>
            </a:r>
            <a:r>
              <a:rPr lang="en-GB" sz="2000" b="1" dirty="0"/>
              <a:t> </a:t>
            </a:r>
            <a:r>
              <a:rPr lang="en-GB" sz="2000" dirty="0"/>
              <a:t>, showing strong interest in engineering programs</a:t>
            </a:r>
          </a:p>
          <a:p>
            <a:r>
              <a:rPr lang="en-GB" sz="2000" dirty="0"/>
              <a:t>Very few students belong to other qualifications like </a:t>
            </a:r>
            <a:r>
              <a:rPr lang="en-GB" sz="2000" b="1" dirty="0"/>
              <a:t>Diploma , Degree &amp; PG</a:t>
            </a:r>
          </a:p>
          <a:p>
            <a:r>
              <a:rPr lang="en-GB" sz="2000" dirty="0"/>
              <a:t>Majority of the students are studying in their </a:t>
            </a:r>
            <a:r>
              <a:rPr lang="en-GB" sz="2000" b="1" dirty="0"/>
              <a:t>3</a:t>
            </a:r>
            <a:r>
              <a:rPr lang="en-GB" sz="2000" b="1" baseline="30000" dirty="0"/>
              <a:t>rd</a:t>
            </a:r>
            <a:r>
              <a:rPr lang="en-GB" sz="2000" b="1" dirty="0"/>
              <a:t> year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053713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E5AE1-F9EF-55D1-5543-C4F5C1107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Book Antiqua" panose="02040602050305030304" pitchFamily="18" charset="0"/>
              </a:rPr>
              <a:t>Conclusion:</a:t>
            </a:r>
            <a:endParaRPr lang="en-IN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BEE52-5F40-7223-812E-11BA2D9F4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The Educational Details dataset was successfully </a:t>
            </a:r>
            <a:r>
              <a:rPr lang="en-GB" sz="2400" dirty="0" err="1"/>
              <a:t>analyzed</a:t>
            </a:r>
            <a:r>
              <a:rPr lang="en-GB" sz="2400" dirty="0"/>
              <a:t> using Power BI, providing a clear understanding of student demographics and academic trends.</a:t>
            </a:r>
          </a:p>
          <a:p>
            <a:r>
              <a:rPr lang="en-GB" sz="2400" dirty="0"/>
              <a:t>Interactive dashboards made it easier to study gender, age, qualification, and year-wise distribution of students.</a:t>
            </a:r>
          </a:p>
          <a:p>
            <a:r>
              <a:rPr lang="en-GB" sz="2400" dirty="0"/>
              <a:t>Analysis showed that most students are pursuing </a:t>
            </a:r>
            <a:r>
              <a:rPr lang="en-GB" sz="2400" dirty="0" err="1"/>
              <a:t>B.Tech</a:t>
            </a:r>
            <a:r>
              <a:rPr lang="en-GB" sz="2400" dirty="0"/>
              <a:t> and a large portion are in their 3rd year, helping identify the dominant academic group</a:t>
            </a:r>
          </a:p>
          <a:p>
            <a:r>
              <a:rPr lang="en-GB" sz="2400" dirty="0"/>
              <a:t>The project demonstrates how Power BI can convert raw data into meaningful insights that support decision-making in educational environments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15913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BC133-4A99-1B47-D650-12836F79B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5685" y="2346325"/>
            <a:ext cx="3004457" cy="1325563"/>
          </a:xfrm>
        </p:spPr>
        <p:txBody>
          <a:bodyPr/>
          <a:lstStyle/>
          <a:p>
            <a:r>
              <a:rPr lang="en-GB" b="1" i="1" dirty="0">
                <a:latin typeface="Book Antiqua" panose="02040602050305030304" pitchFamily="18" charset="0"/>
              </a:rPr>
              <a:t>Thank you</a:t>
            </a:r>
            <a:endParaRPr lang="en-IN" b="1" i="1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2CF9D-7D4C-D824-2FBC-DA67CC9DD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2057" y="4155168"/>
            <a:ext cx="3015343" cy="950232"/>
          </a:xfrm>
        </p:spPr>
        <p:txBody>
          <a:bodyPr/>
          <a:lstStyle/>
          <a:p>
            <a:pPr marL="0" indent="0">
              <a:buNone/>
            </a:pPr>
            <a:r>
              <a:rPr lang="en-GB" i="1" dirty="0">
                <a:latin typeface="Book Antiqua" panose="02040602050305030304" pitchFamily="18" charset="0"/>
              </a:rPr>
              <a:t>-Sunkara Vindhya</a:t>
            </a:r>
            <a:endParaRPr lang="en-IN" i="1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2480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444</Words>
  <Application>Microsoft Office PowerPoint</Application>
  <PresentationFormat>Widescreen</PresentationFormat>
  <Paragraphs>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Book Antiqua</vt:lpstr>
      <vt:lpstr>Courier New</vt:lpstr>
      <vt:lpstr>Office Theme</vt:lpstr>
      <vt:lpstr>Educational Details Data Analysis using Power BI</vt:lpstr>
      <vt:lpstr>Introduction / Overview:</vt:lpstr>
      <vt:lpstr>Tools Used:</vt:lpstr>
      <vt:lpstr>Objectives of the Project:</vt:lpstr>
      <vt:lpstr>Dataset Description:</vt:lpstr>
      <vt:lpstr>Data Cleaning &amp; Transformation:</vt:lpstr>
      <vt:lpstr>Power BI Visuals Used:</vt:lpstr>
      <vt:lpstr>Dashboard 1- Demographic Analysis:</vt:lpstr>
      <vt:lpstr>Dashboard 2 – Academic Analysis:</vt:lpstr>
      <vt:lpstr>Insights &amp; Findings:</vt:lpstr>
      <vt:lpstr>Conclusion: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Vindhya Sunkara</dc:creator>
  <cp:lastModifiedBy>Vindhya Sunkara</cp:lastModifiedBy>
  <cp:revision>2</cp:revision>
  <dcterms:created xsi:type="dcterms:W3CDTF">2026-02-09T05:47:31Z</dcterms:created>
  <dcterms:modified xsi:type="dcterms:W3CDTF">2026-02-12T09:33:13Z</dcterms:modified>
</cp:coreProperties>
</file>